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000FF"/>
    <a:srgbClr val="FFC8FF"/>
    <a:srgbClr val="FFC8C8"/>
    <a:srgbClr val="C8C8FF"/>
    <a:srgbClr val="FFFFC8"/>
    <a:srgbClr val="ECF3FA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86"/>
  </p:normalViewPr>
  <p:slideViewPr>
    <p:cSldViewPr snapToGrid="0">
      <p:cViewPr>
        <p:scale>
          <a:sx n="100" d="100"/>
          <a:sy n="100" d="100"/>
        </p:scale>
        <p:origin x="4002" y="11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F922-1DF1-4D42-AA74-D213C3C268B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042-4F56-4D83-8BBB-4012AFA6CD8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F80546C-4801-20EC-2C23-E9DDCE506B21}"/>
              </a:ext>
            </a:extLst>
          </p:cNvPr>
          <p:cNvGrpSpPr/>
          <p:nvPr/>
        </p:nvGrpSpPr>
        <p:grpSpPr>
          <a:xfrm>
            <a:off x="1088131" y="300440"/>
            <a:ext cx="10157335" cy="5645068"/>
            <a:chOff x="1088131" y="300440"/>
            <a:chExt cx="10157335" cy="5645068"/>
          </a:xfrm>
        </p:grpSpPr>
        <p:sp>
          <p:nvSpPr>
            <p:cNvPr id="33" name="Rechteck 32"/>
            <p:cNvSpPr/>
            <p:nvPr/>
          </p:nvSpPr>
          <p:spPr>
            <a:xfrm>
              <a:off x="7349235" y="4741849"/>
              <a:ext cx="616898" cy="513109"/>
            </a:xfrm>
            <a:prstGeom prst="rect">
              <a:avLst/>
            </a:prstGeom>
            <a:solidFill>
              <a:srgbClr val="EAEAEA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hteck 31"/>
            <p:cNvSpPr/>
            <p:nvPr/>
          </p:nvSpPr>
          <p:spPr>
            <a:xfrm rot="5400000">
              <a:off x="6368120" y="1900558"/>
              <a:ext cx="2597872" cy="648424"/>
            </a:xfrm>
            <a:prstGeom prst="rect">
              <a:avLst/>
            </a:prstGeom>
            <a:solidFill>
              <a:srgbClr val="FFC8C8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hteck 26"/>
            <p:cNvSpPr/>
            <p:nvPr/>
          </p:nvSpPr>
          <p:spPr>
            <a:xfrm>
              <a:off x="2394120" y="4749854"/>
              <a:ext cx="2610018" cy="513109"/>
            </a:xfrm>
            <a:prstGeom prst="rect">
              <a:avLst/>
            </a:prstGeom>
            <a:solidFill>
              <a:srgbClr val="C8C8FF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hteck 1"/>
            <p:cNvSpPr/>
            <p:nvPr/>
          </p:nvSpPr>
          <p:spPr>
            <a:xfrm>
              <a:off x="2411277" y="3952068"/>
              <a:ext cx="2597873" cy="199343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hteck 3"/>
            <p:cNvSpPr/>
            <p:nvPr/>
          </p:nvSpPr>
          <p:spPr>
            <a:xfrm>
              <a:off x="5585083" y="3952068"/>
              <a:ext cx="4239719" cy="199343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hteck 5"/>
            <p:cNvSpPr/>
            <p:nvPr/>
          </p:nvSpPr>
          <p:spPr>
            <a:xfrm>
              <a:off x="5585083" y="925833"/>
              <a:ext cx="4239719" cy="259787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feld 9"/>
                <p:cNvSpPr txBox="1"/>
                <p:nvPr/>
              </p:nvSpPr>
              <p:spPr>
                <a:xfrm>
                  <a:off x="2470881" y="4749854"/>
                  <a:ext cx="5289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0" name="Textfeld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0881" y="4749854"/>
                  <a:ext cx="528927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6897" r="-4598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feld 10"/>
                <p:cNvSpPr txBox="1"/>
                <p:nvPr/>
              </p:nvSpPr>
              <p:spPr>
                <a:xfrm>
                  <a:off x="4402435" y="4749854"/>
                  <a:ext cx="60170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𝑛𝑀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1" name="Textfeld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2435" y="4749854"/>
                  <a:ext cx="60170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6061" r="-4040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/>
                <p:cNvSpPr txBox="1"/>
                <p:nvPr/>
              </p:nvSpPr>
              <p:spPr>
                <a:xfrm>
                  <a:off x="7386487" y="968885"/>
                  <a:ext cx="505202" cy="3978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2" name="Textfeld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487" y="968885"/>
                  <a:ext cx="505202" cy="397866"/>
                </a:xfrm>
                <a:prstGeom prst="rect">
                  <a:avLst/>
                </a:prstGeom>
                <a:blipFill>
                  <a:blip r:embed="rId4"/>
                  <a:stretch>
                    <a:fillRect l="-14458" r="-7229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feld 12"/>
                <p:cNvSpPr txBox="1"/>
                <p:nvPr/>
              </p:nvSpPr>
              <p:spPr>
                <a:xfrm>
                  <a:off x="7386487" y="3043460"/>
                  <a:ext cx="579646" cy="3978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𝑀𝑝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3" name="Textfeld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487" y="3043460"/>
                  <a:ext cx="579646" cy="397866"/>
                </a:xfrm>
                <a:prstGeom prst="rect">
                  <a:avLst/>
                </a:prstGeom>
                <a:blipFill>
                  <a:blip r:embed="rId5"/>
                  <a:stretch>
                    <a:fillRect l="-12632" r="-7368"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/>
                <p:cNvSpPr txBox="1"/>
                <p:nvPr/>
              </p:nvSpPr>
              <p:spPr>
                <a:xfrm>
                  <a:off x="3363509" y="4757114"/>
                  <a:ext cx="6129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𝑛𝑚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4" name="Textfeld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509" y="4757114"/>
                  <a:ext cx="612924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7000" r="-2000"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feld 14"/>
                <p:cNvSpPr txBox="1"/>
                <p:nvPr/>
              </p:nvSpPr>
              <p:spPr>
                <a:xfrm>
                  <a:off x="7393743" y="1992144"/>
                  <a:ext cx="592470" cy="3978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𝑚𝑝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5" name="Textfeld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743" y="1992144"/>
                  <a:ext cx="592470" cy="397866"/>
                </a:xfrm>
                <a:prstGeom prst="rect">
                  <a:avLst/>
                </a:prstGeom>
                <a:blipFill>
                  <a:blip r:embed="rId7"/>
                  <a:stretch>
                    <a:fillRect l="-12371" r="-5155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feld 15"/>
                <p:cNvSpPr txBox="1"/>
                <p:nvPr/>
              </p:nvSpPr>
              <p:spPr>
                <a:xfrm>
                  <a:off x="2478136" y="3944314"/>
                  <a:ext cx="50577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6" name="Textfeld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8136" y="3944314"/>
                  <a:ext cx="50577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537" r="-6098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feld 16"/>
                <p:cNvSpPr txBox="1"/>
                <p:nvPr/>
              </p:nvSpPr>
              <p:spPr>
                <a:xfrm>
                  <a:off x="4392018" y="5521021"/>
                  <a:ext cx="6257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𝑁𝑀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7" name="Textfeld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18" y="5521021"/>
                  <a:ext cx="625749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5825" r="-3883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feld 17"/>
                <p:cNvSpPr txBox="1"/>
                <p:nvPr/>
              </p:nvSpPr>
              <p:spPr>
                <a:xfrm>
                  <a:off x="5656229" y="968885"/>
                  <a:ext cx="49122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8" name="Textfeld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6229" y="968885"/>
                  <a:ext cx="491225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000" r="-5000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feld 18"/>
                <p:cNvSpPr txBox="1"/>
                <p:nvPr/>
              </p:nvSpPr>
              <p:spPr>
                <a:xfrm>
                  <a:off x="9202405" y="3043460"/>
                  <a:ext cx="58695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𝑀𝑃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9" name="Textfeld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2405" y="3043460"/>
                  <a:ext cx="586956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2500" r="-4167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feld 19"/>
                <p:cNvSpPr txBox="1"/>
                <p:nvPr/>
              </p:nvSpPr>
              <p:spPr>
                <a:xfrm>
                  <a:off x="5651525" y="3043460"/>
                  <a:ext cx="56566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0" name="Textfeld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1525" y="3043460"/>
                  <a:ext cx="565668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2903" r="-4301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feld 20"/>
                <p:cNvSpPr txBox="1"/>
                <p:nvPr/>
              </p:nvSpPr>
              <p:spPr>
                <a:xfrm>
                  <a:off x="9252721" y="980620"/>
                  <a:ext cx="51251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1" name="Textfeld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2721" y="980620"/>
                  <a:ext cx="512513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14286" r="-3571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feld 21"/>
                <p:cNvSpPr txBox="1"/>
                <p:nvPr/>
              </p:nvSpPr>
              <p:spPr>
                <a:xfrm>
                  <a:off x="4438128" y="3943483"/>
                  <a:ext cx="57855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2" name="Textfeld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8128" y="3943483"/>
                  <a:ext cx="578556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6316" r="-4211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feld 22"/>
                <p:cNvSpPr txBox="1"/>
                <p:nvPr/>
              </p:nvSpPr>
              <p:spPr>
                <a:xfrm>
                  <a:off x="2469017" y="5493228"/>
                  <a:ext cx="55297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3" name="Textfeld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017" y="5493228"/>
                  <a:ext cx="552972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6593" r="-4396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feld 23"/>
                <p:cNvSpPr txBox="1"/>
                <p:nvPr/>
              </p:nvSpPr>
              <p:spPr>
                <a:xfrm>
                  <a:off x="3519133" y="3443903"/>
                  <a:ext cx="312906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24" name="Textfeld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133" y="3443903"/>
                  <a:ext cx="312906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feld 24"/>
                <p:cNvSpPr txBox="1"/>
                <p:nvPr/>
              </p:nvSpPr>
              <p:spPr>
                <a:xfrm>
                  <a:off x="5175588" y="2093200"/>
                  <a:ext cx="32701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25" name="Textfeld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5588" y="2093200"/>
                  <a:ext cx="327013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feld 25"/>
                <p:cNvSpPr txBox="1"/>
                <p:nvPr/>
              </p:nvSpPr>
              <p:spPr>
                <a:xfrm>
                  <a:off x="9993007" y="4660060"/>
                  <a:ext cx="125245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26" name="Textfeld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3007" y="4660060"/>
                  <a:ext cx="1252459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hteck 28"/>
            <p:cNvSpPr/>
            <p:nvPr/>
          </p:nvSpPr>
          <p:spPr>
            <a:xfrm rot="5400000">
              <a:off x="5147717" y="3111459"/>
              <a:ext cx="5019674" cy="648424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feld 29"/>
            <p:cNvSpPr txBox="1"/>
            <p:nvPr/>
          </p:nvSpPr>
          <p:spPr>
            <a:xfrm>
              <a:off x="1088131" y="4723734"/>
              <a:ext cx="1194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400" baseline="25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row </a:t>
              </a:r>
            </a:p>
          </p:txBody>
        </p:sp>
        <p:sp>
          <p:nvSpPr>
            <p:cNvPr id="31" name="Rechteck 30"/>
            <p:cNvSpPr/>
            <p:nvPr/>
          </p:nvSpPr>
          <p:spPr>
            <a:xfrm>
              <a:off x="2407810" y="4733845"/>
              <a:ext cx="7413526" cy="513109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feld 34"/>
            <p:cNvSpPr txBox="1"/>
            <p:nvPr/>
          </p:nvSpPr>
          <p:spPr>
            <a:xfrm>
              <a:off x="6783055" y="300440"/>
              <a:ext cx="16065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2400" baseline="250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column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feld 35"/>
                <p:cNvSpPr txBox="1"/>
                <p:nvPr/>
              </p:nvSpPr>
              <p:spPr>
                <a:xfrm>
                  <a:off x="7386487" y="4749854"/>
                  <a:ext cx="504946" cy="3978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𝑛𝑝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6" name="Textfeld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487" y="4749854"/>
                  <a:ext cx="504946" cy="397866"/>
                </a:xfrm>
                <a:prstGeom prst="rect">
                  <a:avLst/>
                </a:prstGeom>
                <a:blipFill>
                  <a:blip r:embed="rId19"/>
                  <a:stretch>
                    <a:fillRect l="-8434" r="-6024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feld 36"/>
                <p:cNvSpPr txBox="1"/>
                <p:nvPr/>
              </p:nvSpPr>
              <p:spPr>
                <a:xfrm>
                  <a:off x="5651525" y="3947852"/>
                  <a:ext cx="4678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7" name="Textfeld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1525" y="3947852"/>
                  <a:ext cx="467820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7792" r="-5195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feld 37"/>
                <p:cNvSpPr txBox="1"/>
                <p:nvPr/>
              </p:nvSpPr>
              <p:spPr>
                <a:xfrm>
                  <a:off x="5667931" y="5493228"/>
                  <a:ext cx="51501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8" name="Textfeld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7931" y="5493228"/>
                  <a:ext cx="515013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8333" r="-5952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feld 38"/>
                <p:cNvSpPr txBox="1"/>
                <p:nvPr/>
              </p:nvSpPr>
              <p:spPr>
                <a:xfrm>
                  <a:off x="9221248" y="5497482"/>
                  <a:ext cx="53630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𝑁𝑃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9" name="Textfeld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1248" y="5497482"/>
                  <a:ext cx="536301" cy="369332"/>
                </a:xfrm>
                <a:prstGeom prst="rect">
                  <a:avLst/>
                </a:prstGeom>
                <a:blipFill>
                  <a:blip r:embed="rId22"/>
                  <a:stretch>
                    <a:fillRect l="-7955" r="-4545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feld 39"/>
                <p:cNvSpPr txBox="1"/>
                <p:nvPr/>
              </p:nvSpPr>
              <p:spPr>
                <a:xfrm>
                  <a:off x="9254714" y="3936151"/>
                  <a:ext cx="4891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40" name="Textfeld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4714" y="3936151"/>
                  <a:ext cx="489108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7500" r="-5000"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9487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Breitbild</PresentationFormat>
  <Paragraphs>24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Meinard Müller</dc:creator>
  <cp:lastModifiedBy>Strahl, Sebastian</cp:lastModifiedBy>
  <cp:revision>32</cp:revision>
  <dcterms:created xsi:type="dcterms:W3CDTF">2020-04-03T09:04:02Z</dcterms:created>
  <dcterms:modified xsi:type="dcterms:W3CDTF">2026-08-17T16:00:15Z</dcterms:modified>
</cp:coreProperties>
</file>