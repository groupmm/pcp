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  <p:sldMasterId id="2147483823" r:id="rId2"/>
  </p:sldMasterIdLst>
  <p:notesMasterIdLst>
    <p:notesMasterId r:id="rId6"/>
  </p:notesMasterIdLst>
  <p:sldIdLst>
    <p:sldId id="674" r:id="rId3"/>
    <p:sldId id="673" r:id="rId4"/>
    <p:sldId id="661" r:id="rId5"/>
  </p:sldIdLst>
  <p:sldSz cx="9144000" cy="6858000" type="screen4x3"/>
  <p:notesSz cx="7099300" cy="10234613"/>
  <p:embeddedFontLst>
    <p:embeddedFont>
      <p:font typeface="ＭＳ Ｐゴシック" panose="020B0600070205080204" pitchFamily="34" charset="-128"/>
      <p:regular r:id="rId7"/>
    </p:embeddedFont>
  </p:embeddedFont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8C8"/>
    <a:srgbClr val="640000"/>
    <a:srgbClr val="0000FF"/>
    <a:srgbClr val="FF8F8F"/>
    <a:srgbClr val="FFCCCC"/>
    <a:srgbClr val="0033CC"/>
    <a:srgbClr val="99CCFF"/>
    <a:srgbClr val="008000"/>
    <a:srgbClr val="FFFFCC"/>
    <a:srgbClr val="FFCD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13" autoAdjust="0"/>
    <p:restoredTop sz="94490" autoAdjust="0"/>
  </p:normalViewPr>
  <p:slideViewPr>
    <p:cSldViewPr>
      <p:cViewPr>
        <p:scale>
          <a:sx n="125" d="100"/>
          <a:sy n="125" d="100"/>
        </p:scale>
        <p:origin x="1296" y="-774"/>
      </p:cViewPr>
      <p:guideLst>
        <p:guide orient="horz" pos="2160"/>
        <p:guide pos="2880"/>
      </p:guideLst>
    </p:cSldViewPr>
  </p:slideViewPr>
  <p:notesTextViewPr>
    <p:cViewPr>
      <p:scale>
        <a:sx n="50" d="100"/>
        <a:sy n="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font" Target="fonts/font1.fntdata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34" tIns="49518" rIns="99034" bIns="49518" numCol="1" anchor="t" anchorCtr="0" compatLnSpc="1">
            <a:prstTxWarp prst="textNoShape">
              <a:avLst/>
            </a:prstTxWarp>
          </a:bodyPr>
          <a:lstStyle>
            <a:lvl1pPr defTabSz="990516">
              <a:defRPr sz="13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34" tIns="49518" rIns="99034" bIns="49518" numCol="1" anchor="t" anchorCtr="0" compatLnSpc="1">
            <a:prstTxWarp prst="textNoShape">
              <a:avLst/>
            </a:prstTxWarp>
          </a:bodyPr>
          <a:lstStyle>
            <a:lvl1pPr algn="r" defTabSz="990516">
              <a:defRPr sz="13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96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89013" y="766763"/>
            <a:ext cx="5121275" cy="38401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2513"/>
            <a:ext cx="5680075" cy="460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34" tIns="49518" rIns="99034" bIns="4951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34" tIns="49518" rIns="99034" bIns="49518" numCol="1" anchor="b" anchorCtr="0" compatLnSpc="1">
            <a:prstTxWarp prst="textNoShape">
              <a:avLst/>
            </a:prstTxWarp>
          </a:bodyPr>
          <a:lstStyle>
            <a:lvl1pPr defTabSz="990516">
              <a:defRPr sz="13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34" tIns="49518" rIns="99034" bIns="49518" numCol="1" anchor="b" anchorCtr="0" compatLnSpc="1">
            <a:prstTxWarp prst="textNoShape">
              <a:avLst/>
            </a:prstTxWarp>
          </a:bodyPr>
          <a:lstStyle>
            <a:lvl1pPr algn="r" defTabSz="990516">
              <a:defRPr sz="1300"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1A3E8411-91E6-40E7-B56D-8EBCF0AB04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93414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120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FourierTr_Signal_SpaceInnerProduct</a:t>
            </a:r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3E8411-91E6-40E7-B56D-8EBCF0AB04FC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8863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120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FourierTr_Signal_SpaceInnerProduct</a:t>
            </a:r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3E8411-91E6-40E7-B56D-8EBCF0AB04FC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3703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120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FourierTr_Nutshell_FTanalog_PolarCoord</a:t>
            </a:r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3E8411-91E6-40E7-B56D-8EBCF0AB04FC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9448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0"/>
          <p:cNvSpPr>
            <a:spLocks noChangeShapeType="1"/>
          </p:cNvSpPr>
          <p:nvPr userDrawn="1"/>
        </p:nvSpPr>
        <p:spPr bwMode="auto">
          <a:xfrm>
            <a:off x="381000" y="6092825"/>
            <a:ext cx="8305800" cy="0"/>
          </a:xfrm>
          <a:prstGeom prst="line">
            <a:avLst/>
          </a:prstGeom>
          <a:noFill/>
          <a:ln w="38100">
            <a:solidFill>
              <a:srgbClr val="0D3F6E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de-DE">
              <a:ea typeface="ＭＳ Ｐゴシック" charset="0"/>
              <a:cs typeface="+mn-cs"/>
            </a:endParaRPr>
          </a:p>
        </p:txBody>
      </p:sp>
      <p:sp>
        <p:nvSpPr>
          <p:cNvPr id="5" name="Line 21"/>
          <p:cNvSpPr>
            <a:spLocks noChangeShapeType="1"/>
          </p:cNvSpPr>
          <p:nvPr userDrawn="1"/>
        </p:nvSpPr>
        <p:spPr bwMode="auto">
          <a:xfrm>
            <a:off x="457200" y="6148388"/>
            <a:ext cx="8305800" cy="0"/>
          </a:xfrm>
          <a:prstGeom prst="line">
            <a:avLst/>
          </a:prstGeom>
          <a:noFill/>
          <a:ln w="28575">
            <a:solidFill>
              <a:srgbClr val="9999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de-DE">
              <a:ea typeface="ＭＳ Ｐゴシック" charset="0"/>
              <a:cs typeface="+mn-cs"/>
            </a:endParaRPr>
          </a:p>
        </p:txBody>
      </p:sp>
      <p:sp>
        <p:nvSpPr>
          <p:cNvPr id="6" name="Line 23"/>
          <p:cNvSpPr>
            <a:spLocks noChangeShapeType="1"/>
          </p:cNvSpPr>
          <p:nvPr userDrawn="1"/>
        </p:nvSpPr>
        <p:spPr bwMode="auto">
          <a:xfrm>
            <a:off x="457200" y="1377950"/>
            <a:ext cx="8305800" cy="0"/>
          </a:xfrm>
          <a:prstGeom prst="line">
            <a:avLst/>
          </a:prstGeom>
          <a:noFill/>
          <a:ln w="28575">
            <a:solidFill>
              <a:srgbClr val="9999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de-DE">
              <a:ea typeface="ＭＳ Ｐゴシック" charset="0"/>
              <a:cs typeface="+mn-cs"/>
            </a:endParaRPr>
          </a:p>
        </p:txBody>
      </p:sp>
      <p:sp>
        <p:nvSpPr>
          <p:cNvPr id="7" name="Line 24"/>
          <p:cNvSpPr>
            <a:spLocks noChangeShapeType="1"/>
          </p:cNvSpPr>
          <p:nvPr userDrawn="1"/>
        </p:nvSpPr>
        <p:spPr bwMode="auto">
          <a:xfrm>
            <a:off x="381000" y="1322388"/>
            <a:ext cx="8305800" cy="0"/>
          </a:xfrm>
          <a:prstGeom prst="line">
            <a:avLst/>
          </a:prstGeom>
          <a:noFill/>
          <a:ln w="38100">
            <a:solidFill>
              <a:srgbClr val="0D3F6E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de-DE">
              <a:ea typeface="ＭＳ Ｐゴシック" charset="0"/>
              <a:cs typeface="+mn-cs"/>
            </a:endParaRPr>
          </a:p>
        </p:txBody>
      </p:sp>
      <p:pic>
        <p:nvPicPr>
          <p:cNvPr id="8" name="Picture 19" descr="iis_rgb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3300" y="298450"/>
            <a:ext cx="2536825" cy="719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38"/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403225" y="304800"/>
            <a:ext cx="2425700" cy="538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13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57200" y="1676400"/>
            <a:ext cx="8229600" cy="1524000"/>
          </a:xfrm>
        </p:spPr>
        <p:txBody>
          <a:bodyPr/>
          <a:lstStyle>
            <a:lvl1pPr>
              <a:defRPr sz="2800"/>
            </a:lvl1pPr>
          </a:lstStyle>
          <a:p>
            <a:pPr lvl="0"/>
            <a:r>
              <a:rPr lang="de-DE" noProof="0"/>
              <a:t>Mastertitelformat bearbeiten</a:t>
            </a:r>
          </a:p>
        </p:txBody>
      </p:sp>
      <p:sp>
        <p:nvSpPr>
          <p:cNvPr id="14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57200" y="3352800"/>
            <a:ext cx="8229600" cy="2590800"/>
          </a:xfrm>
        </p:spPr>
        <p:txBody>
          <a:bodyPr/>
          <a:lstStyle>
            <a:lvl1pPr marL="0" indent="0" algn="ctr">
              <a:buFont typeface="Wingdings" charset="0"/>
              <a:buNone/>
              <a:defRPr sz="2400"/>
            </a:lvl1pPr>
          </a:lstStyle>
          <a:p>
            <a:pPr lvl="0"/>
            <a:r>
              <a:rPr lang="de-DE" noProof="0"/>
              <a:t>Master-Untertitelformat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0030843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14366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7464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3124200" y="6337300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3380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313" y="476250"/>
            <a:ext cx="8135937" cy="5762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68313" y="1196975"/>
            <a:ext cx="8229600" cy="5040313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3124200" y="6337300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33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50B81F-16CC-4F91-A825-E68C3BAB8B05}" type="datetimeFigureOut">
              <a:rPr lang="de-DE"/>
              <a:pPr>
                <a:defRPr/>
              </a:pPr>
              <a:t>03.09.2026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F2B53A-25D7-46B0-9504-E2F43BEB6DBD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7658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69010C-8E06-4A01-A234-02993D44D1D4}" type="datetimeFigureOut">
              <a:rPr lang="de-DE"/>
              <a:pPr>
                <a:defRPr/>
              </a:pPr>
              <a:t>03.09.2026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07D7AB-BCDE-4235-B16C-ED700EB409CA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44167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EDAD03-F764-4F7A-A4BB-9CA0442633B0}" type="datetimeFigureOut">
              <a:rPr lang="de-DE"/>
              <a:pPr>
                <a:defRPr/>
              </a:pPr>
              <a:t>03.09.2026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D7D43C-25B2-464C-8371-7788C4F0250B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981000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50D26-F86F-4DF0-8706-A9E013BCF4DA}" type="datetimeFigureOut">
              <a:rPr lang="de-DE"/>
              <a:pPr>
                <a:defRPr/>
              </a:pPr>
              <a:t>03.09.2026</a:t>
            </a:fld>
            <a:endParaRPr lang="de-DE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799201-86CB-4EF0-A81D-E0C52739C9FF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14057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5C776F-545F-431B-BAEB-156A63472C8B}" type="datetimeFigureOut">
              <a:rPr lang="de-DE"/>
              <a:pPr>
                <a:defRPr/>
              </a:pPr>
              <a:t>03.09.2026</a:t>
            </a:fld>
            <a:endParaRPr lang="de-DE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138384-8B0F-4C43-87B8-18778992131E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370263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F5762B-5613-4835-986F-8ADDC7A55810}" type="datetimeFigureOut">
              <a:rPr lang="de-DE"/>
              <a:pPr>
                <a:defRPr/>
              </a:pPr>
              <a:t>03.09.2026</a:t>
            </a:fld>
            <a:endParaRPr lang="de-DE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2D94E5-0666-4DD9-AE7D-04E52D3D8DBA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135590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2F2D1F-E88B-4D26-81C9-8B59F16C3383}" type="datetimeFigureOut">
              <a:rPr lang="de-DE"/>
              <a:pPr>
                <a:defRPr/>
              </a:pPr>
              <a:t>03.09.2026</a:t>
            </a:fld>
            <a:endParaRPr lang="de-DE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7C1C93-1F6E-4090-B078-AE7FC12E7885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559221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DA3022-EF4D-450A-BCEA-4B3CFEC42F92}" type="datetimeFigureOut">
              <a:rPr lang="de-DE"/>
              <a:pPr>
                <a:defRPr/>
              </a:pPr>
              <a:t>03.09.2026</a:t>
            </a:fld>
            <a:endParaRPr lang="de-DE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58FDA1-D17B-4DC6-A79B-250ADBF68835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328140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de-DE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3EC9EB-BB7B-4B76-8C15-2C5A6C34A92F}" type="datetimeFigureOut">
              <a:rPr lang="de-DE"/>
              <a:pPr>
                <a:defRPr/>
              </a:pPr>
              <a:t>03.09.2026</a:t>
            </a:fld>
            <a:endParaRPr lang="de-DE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FEAFC5-A79D-4235-85AC-D75A6423ECCD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175834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D17FC2-A539-4FDA-B3A0-7A4CC2A46E1E}" type="datetimeFigureOut">
              <a:rPr lang="de-DE"/>
              <a:pPr>
                <a:defRPr/>
              </a:pPr>
              <a:t>03.09.2026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CC27A0-3CE2-49DE-8A5A-D972DEC55B74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07493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949CBE-5A79-4D8C-8DE3-F5CFB4208456}" type="datetimeFigureOut">
              <a:rPr lang="de-DE"/>
              <a:pPr>
                <a:defRPr/>
              </a:pPr>
              <a:t>03.09.2026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F93049-86D0-4AE8-8DDE-67C8C242DE29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62574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68313" y="476250"/>
            <a:ext cx="8135937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de-DE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8313" y="1196975"/>
            <a:ext cx="8229600" cy="504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de-DE"/>
              <a:t>Click to edit Master text styles</a:t>
            </a:r>
          </a:p>
          <a:p>
            <a:pPr lvl="1"/>
            <a:r>
              <a:rPr lang="en-US" altLang="de-DE"/>
              <a:t>Second level</a:t>
            </a:r>
          </a:p>
          <a:p>
            <a:pPr lvl="2"/>
            <a:r>
              <a:rPr lang="en-US" altLang="de-DE"/>
              <a:t>Third level</a:t>
            </a:r>
          </a:p>
          <a:p>
            <a:pPr lvl="3"/>
            <a:r>
              <a:rPr lang="en-US" altLang="de-DE"/>
              <a:t>Fourth level</a:t>
            </a:r>
          </a:p>
          <a:p>
            <a:pPr lvl="4"/>
            <a:r>
              <a:rPr lang="en-US" altLang="de-DE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68" r:id="rId1"/>
    <p:sldLayoutId id="2147484655" r:id="rId2"/>
    <p:sldLayoutId id="2147484656" r:id="rId3"/>
    <p:sldLayoutId id="2147484669" r:id="rId4"/>
    <p:sldLayoutId id="2147484670" r:id="rId5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03366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03366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03366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03366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03366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rgbClr val="003366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rgbClr val="003366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rgbClr val="003366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rgbClr val="003366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336699"/>
        </a:buClr>
        <a:buFont typeface="Wingdings" pitchFamily="2" charset="2"/>
        <a:buChar char="§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9AAED2"/>
        </a:buClr>
        <a:buFont typeface="Arial" charset="0"/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2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de-DE"/>
              <a:t>Click to edit Master title style</a:t>
            </a:r>
            <a:endParaRPr lang="de-DE" altLang="de-DE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de-DE"/>
              <a:t>Click to edit Master text styles</a:t>
            </a:r>
          </a:p>
          <a:p>
            <a:pPr lvl="1"/>
            <a:r>
              <a:rPr lang="en-US" altLang="de-DE"/>
              <a:t>Second level</a:t>
            </a:r>
          </a:p>
          <a:p>
            <a:pPr lvl="2"/>
            <a:r>
              <a:rPr lang="en-US" altLang="de-DE"/>
              <a:t>Third level</a:t>
            </a:r>
          </a:p>
          <a:p>
            <a:pPr lvl="3"/>
            <a:r>
              <a:rPr lang="en-US" altLang="de-DE"/>
              <a:t>Fourth level</a:t>
            </a:r>
          </a:p>
          <a:p>
            <a:pPr lvl="4"/>
            <a:r>
              <a:rPr lang="en-US" altLang="de-DE"/>
              <a:t>Fifth level</a:t>
            </a:r>
            <a:endParaRPr lang="de-DE" alt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fld id="{971E85D9-0FF2-4470-9518-807B249D7854}" type="datetimeFigureOut">
              <a:rPr lang="de-DE"/>
              <a:pPr>
                <a:defRPr/>
              </a:pPr>
              <a:t>03.09.2026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fld id="{1043CF77-0B5F-4291-9AE0-8F346666735C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57" r:id="rId1"/>
    <p:sldLayoutId id="2147484658" r:id="rId2"/>
    <p:sldLayoutId id="2147484659" r:id="rId3"/>
    <p:sldLayoutId id="2147484660" r:id="rId4"/>
    <p:sldLayoutId id="2147484661" r:id="rId5"/>
    <p:sldLayoutId id="2147484662" r:id="rId6"/>
    <p:sldLayoutId id="2147484663" r:id="rId7"/>
    <p:sldLayoutId id="2147484664" r:id="rId8"/>
    <p:sldLayoutId id="2147484665" r:id="rId9"/>
    <p:sldLayoutId id="2147484666" r:id="rId10"/>
    <p:sldLayoutId id="2147484667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5538" y="3819966"/>
            <a:ext cx="179387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FF0000"/>
                </a:solidFill>
                <a:miter lim="800000"/>
                <a:headEnd/>
                <a:tailEnd type="none" w="lg" len="lg"/>
              </a14:hiddenLine>
            </a:ext>
          </a:extLst>
        </p:spPr>
      </p:pic>
      <p:pic>
        <p:nvPicPr>
          <p:cNvPr id="25603" name="Picture 1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3663" y="4350191"/>
            <a:ext cx="839787" cy="376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FF0000"/>
                </a:solidFill>
                <a:miter lim="800000"/>
                <a:headEnd/>
                <a:tailEnd type="none" w="lg" len="lg"/>
              </a14:hiddenLine>
            </a:ext>
          </a:extLst>
        </p:spPr>
      </p:pic>
      <p:pic>
        <p:nvPicPr>
          <p:cNvPr id="25604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9640" y="3174527"/>
            <a:ext cx="393700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FF0000"/>
                </a:solidFill>
                <a:miter lim="800000"/>
                <a:headEnd/>
                <a:tailEnd type="none" w="lg" len="lg"/>
              </a14:hiddenLine>
            </a:ext>
          </a:extLst>
        </p:spPr>
      </p:pic>
      <p:pic>
        <p:nvPicPr>
          <p:cNvPr id="25605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4488" y="4826441"/>
            <a:ext cx="398462" cy="328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FF0000"/>
                </a:solidFill>
                <a:miter lim="800000"/>
                <a:headEnd/>
                <a:tailEnd type="none" w="lg" len="lg"/>
              </a14:hiddenLine>
            </a:ext>
          </a:extLst>
        </p:spPr>
      </p:pic>
      <p:cxnSp>
        <p:nvCxnSpPr>
          <p:cNvPr id="25608" name="Straight Arrow Connector 3"/>
          <p:cNvCxnSpPr>
            <a:cxnSpLocks noChangeShapeType="1"/>
          </p:cNvCxnSpPr>
          <p:nvPr/>
        </p:nvCxnSpPr>
        <p:spPr bwMode="auto">
          <a:xfrm flipV="1">
            <a:off x="3354388" y="3042091"/>
            <a:ext cx="1223962" cy="1079500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09" name="Straight Arrow Connector 4"/>
          <p:cNvCxnSpPr>
            <a:cxnSpLocks noChangeShapeType="1"/>
          </p:cNvCxnSpPr>
          <p:nvPr/>
        </p:nvCxnSpPr>
        <p:spPr bwMode="auto">
          <a:xfrm>
            <a:off x="3348038" y="4121591"/>
            <a:ext cx="2016125" cy="0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610" name="Right Brace 6"/>
          <p:cNvSpPr>
            <a:spLocks/>
          </p:cNvSpPr>
          <p:nvPr/>
        </p:nvSpPr>
        <p:spPr bwMode="auto">
          <a:xfrm rot="2899093" flipH="1">
            <a:off x="3720307" y="2713511"/>
            <a:ext cx="144463" cy="1584325"/>
          </a:xfrm>
          <a:prstGeom prst="rightBrace">
            <a:avLst>
              <a:gd name="adj1" fmla="val 89107"/>
              <a:gd name="adj2" fmla="val 50000"/>
            </a:avLst>
          </a:prstGeom>
          <a:noFill/>
          <a:ln w="9525" algn="ctr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336699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9AAED2"/>
              </a:buClr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bg2"/>
              </a:buClr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de-DE" sz="1800"/>
          </a:p>
        </p:txBody>
      </p:sp>
      <p:sp>
        <p:nvSpPr>
          <p:cNvPr id="25611" name="Right Brace 7"/>
          <p:cNvSpPr>
            <a:spLocks/>
          </p:cNvSpPr>
          <p:nvPr/>
        </p:nvSpPr>
        <p:spPr bwMode="auto">
          <a:xfrm rot="16200000" flipH="1">
            <a:off x="4282281" y="3760435"/>
            <a:ext cx="144463" cy="2019300"/>
          </a:xfrm>
          <a:prstGeom prst="rightBrace">
            <a:avLst>
              <a:gd name="adj1" fmla="val 89045"/>
              <a:gd name="adj2" fmla="val 50000"/>
            </a:avLst>
          </a:prstGeom>
          <a:noFill/>
          <a:ln w="9525" algn="ctr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336699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9AAED2"/>
              </a:buClr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bg2"/>
              </a:buClr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de-DE" sz="1800"/>
          </a:p>
        </p:txBody>
      </p:sp>
      <p:sp>
        <p:nvSpPr>
          <p:cNvPr id="25612" name="Right Brace 8"/>
          <p:cNvSpPr>
            <a:spLocks/>
          </p:cNvSpPr>
          <p:nvPr/>
        </p:nvSpPr>
        <p:spPr bwMode="auto">
          <a:xfrm rot="16200000" flipH="1">
            <a:off x="3888581" y="3654073"/>
            <a:ext cx="142875" cy="1223962"/>
          </a:xfrm>
          <a:prstGeom prst="rightBrace">
            <a:avLst>
              <a:gd name="adj1" fmla="val 90069"/>
              <a:gd name="adj2" fmla="val 50000"/>
            </a:avLst>
          </a:prstGeom>
          <a:noFill/>
          <a:ln w="9525" algn="ctr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336699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9AAED2"/>
              </a:buClr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bg2"/>
              </a:buClr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de-DE" sz="1800"/>
          </a:p>
        </p:txBody>
      </p:sp>
      <p:cxnSp>
        <p:nvCxnSpPr>
          <p:cNvPr id="25613" name="Straight Connector 10"/>
          <p:cNvCxnSpPr>
            <a:cxnSpLocks noChangeShapeType="1"/>
          </p:cNvCxnSpPr>
          <p:nvPr/>
        </p:nvCxnSpPr>
        <p:spPr bwMode="auto">
          <a:xfrm>
            <a:off x="4578350" y="3042091"/>
            <a:ext cx="0" cy="1079500"/>
          </a:xfrm>
          <a:prstGeom prst="line">
            <a:avLst/>
          </a:prstGeom>
          <a:noFill/>
          <a:ln w="9525" algn="ctr">
            <a:solidFill>
              <a:schemeClr val="tx1"/>
            </a:solidFill>
            <a:prstDash val="sysDot"/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" name="Arc 14"/>
          <p:cNvSpPr/>
          <p:nvPr/>
        </p:nvSpPr>
        <p:spPr bwMode="auto">
          <a:xfrm rot="2374185">
            <a:off x="3287713" y="3678678"/>
            <a:ext cx="647700" cy="647700"/>
          </a:xfrm>
          <a:prstGeom prst="arc">
            <a:avLst>
              <a:gd name="adj1" fmla="val 15836521"/>
              <a:gd name="adj2" fmla="val 20327347"/>
            </a:avLst>
          </a:prstGeom>
          <a:noFill/>
          <a:ln w="952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lg" len="lg"/>
          </a:ln>
          <a:effectLst/>
        </p:spPr>
        <p:txBody>
          <a:bodyPr/>
          <a:lstStyle/>
          <a:p>
            <a:pPr>
              <a:defRPr/>
            </a:pPr>
            <a:endParaRPr lang="de-DE">
              <a:cs typeface="+mn-cs"/>
            </a:endParaRPr>
          </a:p>
        </p:txBody>
      </p:sp>
      <p:pic>
        <p:nvPicPr>
          <p:cNvPr id="25632" name="Picture 6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9150" y="2930966"/>
            <a:ext cx="188913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FF0000"/>
                </a:solidFill>
                <a:miter lim="800000"/>
                <a:headEnd/>
                <a:tailEnd type="none" w="lg" len="lg"/>
              </a14:hiddenLine>
            </a:ext>
          </a:extLst>
        </p:spPr>
      </p:pic>
      <p:pic>
        <p:nvPicPr>
          <p:cNvPr id="25633" name="Picture 7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8613" y="3905691"/>
            <a:ext cx="17145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FF0000"/>
                </a:solidFill>
                <a:miter lim="800000"/>
                <a:headEnd/>
                <a:tailEnd type="none" w="lg" len="lg"/>
              </a14:hiddenLine>
            </a:ext>
          </a:extLst>
        </p:spPr>
      </p:pic>
      <p:cxnSp>
        <p:nvCxnSpPr>
          <p:cNvPr id="25634" name="Straight Arrow Connector 53"/>
          <p:cNvCxnSpPr>
            <a:cxnSpLocks noChangeShapeType="1"/>
          </p:cNvCxnSpPr>
          <p:nvPr/>
        </p:nvCxnSpPr>
        <p:spPr bwMode="auto">
          <a:xfrm>
            <a:off x="6250608" y="4123559"/>
            <a:ext cx="1223962" cy="0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35" name="Straight Arrow Connector 54"/>
          <p:cNvCxnSpPr>
            <a:cxnSpLocks noChangeShapeType="1"/>
          </p:cNvCxnSpPr>
          <p:nvPr/>
        </p:nvCxnSpPr>
        <p:spPr bwMode="auto">
          <a:xfrm flipV="1">
            <a:off x="6247433" y="3051996"/>
            <a:ext cx="3175" cy="1079500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25636" name="Picture 6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1095" y="2940871"/>
            <a:ext cx="188913" cy="217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FF0000"/>
                </a:solidFill>
                <a:miter lim="800000"/>
                <a:headEnd/>
                <a:tailEnd type="none" w="lg" len="lg"/>
              </a14:hiddenLine>
            </a:ext>
          </a:extLst>
        </p:spPr>
      </p:pic>
      <p:pic>
        <p:nvPicPr>
          <p:cNvPr id="25637" name="Picture 7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9020" y="3907659"/>
            <a:ext cx="17145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FF0000"/>
                </a:solidFill>
                <a:miter lim="800000"/>
                <a:headEnd/>
                <a:tailEnd type="none" w="lg" len="lg"/>
              </a14:hiddenLine>
            </a:ext>
          </a:extLst>
        </p:spPr>
      </p:pic>
      <p:sp>
        <p:nvSpPr>
          <p:cNvPr id="21" name="Arc 20"/>
          <p:cNvSpPr/>
          <p:nvPr/>
        </p:nvSpPr>
        <p:spPr bwMode="auto">
          <a:xfrm>
            <a:off x="5652120" y="3579046"/>
            <a:ext cx="1179513" cy="1112838"/>
          </a:xfrm>
          <a:prstGeom prst="arc">
            <a:avLst/>
          </a:prstGeom>
          <a:noFill/>
          <a:ln w="952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lg" len="lg"/>
          </a:ln>
          <a:effectLst/>
        </p:spPr>
        <p:txBody>
          <a:bodyPr/>
          <a:lstStyle/>
          <a:p>
            <a:pPr>
              <a:defRPr/>
            </a:pPr>
            <a:endParaRPr lang="de-DE">
              <a:cs typeface="+mn-cs"/>
            </a:endParaRPr>
          </a:p>
        </p:txBody>
      </p:sp>
      <p:sp>
        <p:nvSpPr>
          <p:cNvPr id="25639" name="TextBox 22"/>
          <p:cNvSpPr txBox="1">
            <a:spLocks noChangeArrowheads="1"/>
          </p:cNvSpPr>
          <p:nvPr/>
        </p:nvSpPr>
        <p:spPr bwMode="auto">
          <a:xfrm>
            <a:off x="6337920" y="3688584"/>
            <a:ext cx="2921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rgbClr val="336699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9AAED2"/>
              </a:buClr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bg2"/>
              </a:buClr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de-DE" altLang="de-DE" sz="2400"/>
              <a:t>•</a:t>
            </a:r>
          </a:p>
        </p:txBody>
      </p:sp>
      <p:pic>
        <p:nvPicPr>
          <p:cNvPr id="25640" name="Picture 8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9033" y="4409309"/>
            <a:ext cx="639762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FF0000"/>
                </a:solidFill>
                <a:miter lim="800000"/>
                <a:headEnd/>
                <a:tailEnd type="none" w="lg" len="lg"/>
              </a14:hiddenLine>
            </a:ext>
          </a:extLst>
        </p:spPr>
      </p:pic>
      <p:pic>
        <p:nvPicPr>
          <p:cNvPr id="25642" name="Picture 9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0858" y="4399784"/>
            <a:ext cx="493712" cy="28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FF0000"/>
                </a:solidFill>
                <a:miter lim="800000"/>
                <a:headEnd/>
                <a:tailEnd type="none" w="lg" len="lg"/>
              </a14:hiddenLine>
            </a:ext>
          </a:extLst>
        </p:spPr>
      </p:pic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1075" y="4347016"/>
            <a:ext cx="393700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FF0000"/>
                </a:solidFill>
                <a:miter lim="800000"/>
                <a:headEnd/>
                <a:tailEnd type="none" w="lg" len="lg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071576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5538" y="3819966"/>
            <a:ext cx="179387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FF0000"/>
                </a:solidFill>
                <a:miter lim="800000"/>
                <a:headEnd/>
                <a:tailEnd type="none" w="lg" len="lg"/>
              </a14:hiddenLine>
            </a:ext>
          </a:extLst>
        </p:spPr>
      </p:pic>
      <p:pic>
        <p:nvPicPr>
          <p:cNvPr id="25603" name="Picture 1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3663" y="4350191"/>
            <a:ext cx="839787" cy="376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FF0000"/>
                </a:solidFill>
                <a:miter lim="800000"/>
                <a:headEnd/>
                <a:tailEnd type="none" w="lg" len="lg"/>
              </a14:hiddenLine>
            </a:ext>
          </a:extLst>
        </p:spPr>
      </p:pic>
      <p:pic>
        <p:nvPicPr>
          <p:cNvPr id="25604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3513" y="3810441"/>
            <a:ext cx="393700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FF0000"/>
                </a:solidFill>
                <a:miter lim="800000"/>
                <a:headEnd/>
                <a:tailEnd type="none" w="lg" len="lg"/>
              </a14:hiddenLine>
            </a:ext>
          </a:extLst>
        </p:spPr>
      </p:pic>
      <p:pic>
        <p:nvPicPr>
          <p:cNvPr id="25605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4488" y="4826441"/>
            <a:ext cx="398462" cy="328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FF0000"/>
                </a:solidFill>
                <a:miter lim="800000"/>
                <a:headEnd/>
                <a:tailEnd type="none" w="lg" len="lg"/>
              </a14:hiddenLine>
            </a:ext>
          </a:extLst>
        </p:spPr>
      </p:pic>
      <p:cxnSp>
        <p:nvCxnSpPr>
          <p:cNvPr id="25607" name="Straight Arrow Connector 2"/>
          <p:cNvCxnSpPr>
            <a:cxnSpLocks noChangeShapeType="1"/>
          </p:cNvCxnSpPr>
          <p:nvPr/>
        </p:nvCxnSpPr>
        <p:spPr bwMode="auto">
          <a:xfrm flipV="1">
            <a:off x="684213" y="3116703"/>
            <a:ext cx="1223962" cy="1079500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08" name="Straight Arrow Connector 3"/>
          <p:cNvCxnSpPr>
            <a:cxnSpLocks noChangeShapeType="1"/>
          </p:cNvCxnSpPr>
          <p:nvPr/>
        </p:nvCxnSpPr>
        <p:spPr bwMode="auto">
          <a:xfrm flipV="1">
            <a:off x="3354388" y="3042091"/>
            <a:ext cx="1223962" cy="1079500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09" name="Straight Arrow Connector 4"/>
          <p:cNvCxnSpPr>
            <a:cxnSpLocks noChangeShapeType="1"/>
          </p:cNvCxnSpPr>
          <p:nvPr/>
        </p:nvCxnSpPr>
        <p:spPr bwMode="auto">
          <a:xfrm>
            <a:off x="3348038" y="4121591"/>
            <a:ext cx="2016125" cy="0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610" name="Right Brace 6"/>
          <p:cNvSpPr>
            <a:spLocks/>
          </p:cNvSpPr>
          <p:nvPr/>
        </p:nvSpPr>
        <p:spPr bwMode="auto">
          <a:xfrm rot="13735660" flipH="1">
            <a:off x="1308894" y="2971447"/>
            <a:ext cx="144463" cy="1584325"/>
          </a:xfrm>
          <a:prstGeom prst="rightBrace">
            <a:avLst>
              <a:gd name="adj1" fmla="val 89107"/>
              <a:gd name="adj2" fmla="val 50000"/>
            </a:avLst>
          </a:prstGeom>
          <a:noFill/>
          <a:ln w="9525" algn="ctr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336699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9AAED2"/>
              </a:buClr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bg2"/>
              </a:buClr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de-DE" sz="1800"/>
          </a:p>
        </p:txBody>
      </p:sp>
      <p:sp>
        <p:nvSpPr>
          <p:cNvPr id="25611" name="Right Brace 7"/>
          <p:cNvSpPr>
            <a:spLocks/>
          </p:cNvSpPr>
          <p:nvPr/>
        </p:nvSpPr>
        <p:spPr bwMode="auto">
          <a:xfrm rot="16200000" flipH="1">
            <a:off x="4282281" y="3760435"/>
            <a:ext cx="144463" cy="2019300"/>
          </a:xfrm>
          <a:prstGeom prst="rightBrace">
            <a:avLst>
              <a:gd name="adj1" fmla="val 89045"/>
              <a:gd name="adj2" fmla="val 50000"/>
            </a:avLst>
          </a:prstGeom>
          <a:noFill/>
          <a:ln w="9525" algn="ctr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336699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9AAED2"/>
              </a:buClr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bg2"/>
              </a:buClr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de-DE" sz="1800"/>
          </a:p>
        </p:txBody>
      </p:sp>
      <p:sp>
        <p:nvSpPr>
          <p:cNvPr id="25612" name="Right Brace 8"/>
          <p:cNvSpPr>
            <a:spLocks/>
          </p:cNvSpPr>
          <p:nvPr/>
        </p:nvSpPr>
        <p:spPr bwMode="auto">
          <a:xfrm rot="16200000" flipH="1">
            <a:off x="3888581" y="3654073"/>
            <a:ext cx="142875" cy="1223962"/>
          </a:xfrm>
          <a:prstGeom prst="rightBrace">
            <a:avLst>
              <a:gd name="adj1" fmla="val 90069"/>
              <a:gd name="adj2" fmla="val 50000"/>
            </a:avLst>
          </a:prstGeom>
          <a:noFill/>
          <a:ln w="9525" algn="ctr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336699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9AAED2"/>
              </a:buClr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bg2"/>
              </a:buClr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de-DE" sz="1800"/>
          </a:p>
        </p:txBody>
      </p:sp>
      <p:cxnSp>
        <p:nvCxnSpPr>
          <p:cNvPr id="25613" name="Straight Connector 10"/>
          <p:cNvCxnSpPr>
            <a:cxnSpLocks noChangeShapeType="1"/>
          </p:cNvCxnSpPr>
          <p:nvPr/>
        </p:nvCxnSpPr>
        <p:spPr bwMode="auto">
          <a:xfrm>
            <a:off x="4578350" y="3042091"/>
            <a:ext cx="0" cy="1079500"/>
          </a:xfrm>
          <a:prstGeom prst="line">
            <a:avLst/>
          </a:prstGeom>
          <a:noFill/>
          <a:ln w="9525" algn="ctr">
            <a:solidFill>
              <a:schemeClr val="tx1"/>
            </a:solidFill>
            <a:prstDash val="sysDot"/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" name="Arc 14"/>
          <p:cNvSpPr/>
          <p:nvPr/>
        </p:nvSpPr>
        <p:spPr bwMode="auto">
          <a:xfrm rot="2374185">
            <a:off x="3287713" y="3678678"/>
            <a:ext cx="647700" cy="647700"/>
          </a:xfrm>
          <a:prstGeom prst="arc">
            <a:avLst>
              <a:gd name="adj1" fmla="val 15836521"/>
              <a:gd name="adj2" fmla="val 20327347"/>
            </a:avLst>
          </a:prstGeom>
          <a:noFill/>
          <a:ln w="952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lg" len="lg"/>
          </a:ln>
          <a:effectLst/>
        </p:spPr>
        <p:txBody>
          <a:bodyPr/>
          <a:lstStyle/>
          <a:p>
            <a:pPr>
              <a:defRPr/>
            </a:pPr>
            <a:endParaRPr lang="de-DE">
              <a:cs typeface="+mn-cs"/>
            </a:endParaRPr>
          </a:p>
        </p:txBody>
      </p:sp>
      <p:pic>
        <p:nvPicPr>
          <p:cNvPr id="25631" name="Picture 6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1675" y="2996053"/>
            <a:ext cx="190500" cy="217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FF0000"/>
                </a:solidFill>
                <a:miter lim="800000"/>
                <a:headEnd/>
                <a:tailEnd type="none" w="lg" len="lg"/>
              </a14:hiddenLine>
            </a:ext>
          </a:extLst>
        </p:spPr>
      </p:pic>
      <p:pic>
        <p:nvPicPr>
          <p:cNvPr id="25632" name="Picture 6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9150" y="2930966"/>
            <a:ext cx="188913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FF0000"/>
                </a:solidFill>
                <a:miter lim="800000"/>
                <a:headEnd/>
                <a:tailEnd type="none" w="lg" len="lg"/>
              </a14:hiddenLine>
            </a:ext>
          </a:extLst>
        </p:spPr>
      </p:pic>
      <p:pic>
        <p:nvPicPr>
          <p:cNvPr id="25633" name="Picture 7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8613" y="3905691"/>
            <a:ext cx="17145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FF0000"/>
                </a:solidFill>
                <a:miter lim="800000"/>
                <a:headEnd/>
                <a:tailEnd type="none" w="lg" len="lg"/>
              </a14:hiddenLine>
            </a:ext>
          </a:extLst>
        </p:spPr>
      </p:pic>
      <p:cxnSp>
        <p:nvCxnSpPr>
          <p:cNvPr id="25634" name="Straight Arrow Connector 53"/>
          <p:cNvCxnSpPr>
            <a:cxnSpLocks noChangeShapeType="1"/>
          </p:cNvCxnSpPr>
          <p:nvPr/>
        </p:nvCxnSpPr>
        <p:spPr bwMode="auto">
          <a:xfrm>
            <a:off x="6948488" y="4121591"/>
            <a:ext cx="1223962" cy="0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35" name="Straight Arrow Connector 54"/>
          <p:cNvCxnSpPr>
            <a:cxnSpLocks noChangeShapeType="1"/>
          </p:cNvCxnSpPr>
          <p:nvPr/>
        </p:nvCxnSpPr>
        <p:spPr bwMode="auto">
          <a:xfrm flipV="1">
            <a:off x="6945313" y="3050028"/>
            <a:ext cx="3175" cy="1079500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25636" name="Picture 6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8975" y="2938903"/>
            <a:ext cx="188913" cy="217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FF0000"/>
                </a:solidFill>
                <a:miter lim="800000"/>
                <a:headEnd/>
                <a:tailEnd type="none" w="lg" len="lg"/>
              </a14:hiddenLine>
            </a:ext>
          </a:extLst>
        </p:spPr>
      </p:pic>
      <p:pic>
        <p:nvPicPr>
          <p:cNvPr id="25637" name="Picture 7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6900" y="3905691"/>
            <a:ext cx="17145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FF0000"/>
                </a:solidFill>
                <a:miter lim="800000"/>
                <a:headEnd/>
                <a:tailEnd type="none" w="lg" len="lg"/>
              </a14:hiddenLine>
            </a:ext>
          </a:extLst>
        </p:spPr>
      </p:pic>
      <p:sp>
        <p:nvSpPr>
          <p:cNvPr id="21" name="Arc 20"/>
          <p:cNvSpPr/>
          <p:nvPr/>
        </p:nvSpPr>
        <p:spPr bwMode="auto">
          <a:xfrm>
            <a:off x="6350000" y="3577078"/>
            <a:ext cx="1179513" cy="1112838"/>
          </a:xfrm>
          <a:prstGeom prst="arc">
            <a:avLst/>
          </a:prstGeom>
          <a:noFill/>
          <a:ln w="952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lg" len="lg"/>
          </a:ln>
          <a:effectLst/>
        </p:spPr>
        <p:txBody>
          <a:bodyPr/>
          <a:lstStyle/>
          <a:p>
            <a:pPr>
              <a:defRPr/>
            </a:pPr>
            <a:endParaRPr lang="de-DE">
              <a:cs typeface="+mn-cs"/>
            </a:endParaRPr>
          </a:p>
        </p:txBody>
      </p:sp>
      <p:sp>
        <p:nvSpPr>
          <p:cNvPr id="25639" name="TextBox 22"/>
          <p:cNvSpPr txBox="1">
            <a:spLocks noChangeArrowheads="1"/>
          </p:cNvSpPr>
          <p:nvPr/>
        </p:nvSpPr>
        <p:spPr bwMode="auto">
          <a:xfrm>
            <a:off x="7035800" y="3686616"/>
            <a:ext cx="2921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rgbClr val="336699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9AAED2"/>
              </a:buClr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bg2"/>
              </a:buClr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de-DE" altLang="de-DE" sz="2400"/>
              <a:t>•</a:t>
            </a:r>
          </a:p>
        </p:txBody>
      </p:sp>
      <p:pic>
        <p:nvPicPr>
          <p:cNvPr id="25640" name="Picture 8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6913" y="4407341"/>
            <a:ext cx="639762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FF0000"/>
                </a:solidFill>
                <a:miter lim="800000"/>
                <a:headEnd/>
                <a:tailEnd type="none" w="lg" len="lg"/>
              </a14:hiddenLine>
            </a:ext>
          </a:extLst>
        </p:spPr>
      </p:pic>
      <p:pic>
        <p:nvPicPr>
          <p:cNvPr id="25642" name="Picture 9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8738" y="4397816"/>
            <a:ext cx="493712" cy="28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FF0000"/>
                </a:solidFill>
                <a:miter lim="800000"/>
                <a:headEnd/>
                <a:tailEnd type="none" w="lg" len="lg"/>
              </a14:hiddenLine>
            </a:ext>
          </a:extLst>
        </p:spPr>
      </p:pic>
      <p:sp>
        <p:nvSpPr>
          <p:cNvPr id="25643" name="TextBox 65"/>
          <p:cNvSpPr txBox="1">
            <a:spLocks noChangeArrowheads="1"/>
          </p:cNvSpPr>
          <p:nvPr/>
        </p:nvSpPr>
        <p:spPr bwMode="auto">
          <a:xfrm>
            <a:off x="1187450" y="2420888"/>
            <a:ext cx="49725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rgbClr val="336699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9AAED2"/>
              </a:buClr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bg2"/>
              </a:buClr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de-DE" altLang="de-DE" sz="2000" dirty="0">
                <a:latin typeface="+mn-lt"/>
                <a:cs typeface="Times New Roman" pitchFamily="18" charset="0"/>
              </a:rPr>
              <a:t>(a)</a:t>
            </a:r>
          </a:p>
        </p:txBody>
      </p:sp>
      <p:sp>
        <p:nvSpPr>
          <p:cNvPr id="25644" name="TextBox 65"/>
          <p:cNvSpPr txBox="1">
            <a:spLocks noChangeArrowheads="1"/>
          </p:cNvSpPr>
          <p:nvPr/>
        </p:nvSpPr>
        <p:spPr bwMode="auto">
          <a:xfrm>
            <a:off x="4346575" y="2420888"/>
            <a:ext cx="49725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rgbClr val="336699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9AAED2"/>
              </a:buClr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bg2"/>
              </a:buClr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de-DE" altLang="de-DE" sz="2000">
                <a:latin typeface="+mn-lt"/>
                <a:cs typeface="Times New Roman" pitchFamily="18" charset="0"/>
              </a:rPr>
              <a:t>(b)</a:t>
            </a:r>
          </a:p>
        </p:txBody>
      </p:sp>
      <p:sp>
        <p:nvSpPr>
          <p:cNvPr id="25645" name="TextBox 65"/>
          <p:cNvSpPr txBox="1">
            <a:spLocks noChangeArrowheads="1"/>
          </p:cNvSpPr>
          <p:nvPr/>
        </p:nvSpPr>
        <p:spPr bwMode="auto">
          <a:xfrm>
            <a:off x="7451725" y="2420888"/>
            <a:ext cx="48282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rgbClr val="336699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9AAED2"/>
              </a:buClr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bg2"/>
              </a:buClr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de-DE" altLang="de-DE" sz="2000">
                <a:latin typeface="+mn-lt"/>
                <a:cs typeface="Times New Roman" pitchFamily="18" charset="0"/>
              </a:rPr>
              <a:t>(c)</a:t>
            </a: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1075" y="4347016"/>
            <a:ext cx="393700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FF0000"/>
                </a:solidFill>
                <a:miter lim="800000"/>
                <a:headEnd/>
                <a:tailEnd type="none" w="lg" len="lg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986771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10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0177" y="2618286"/>
            <a:ext cx="77788" cy="18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FF0000"/>
                </a:solidFill>
                <a:miter lim="800000"/>
                <a:headEnd/>
                <a:tailEnd type="none" w="lg" len="lg"/>
              </a14:hiddenLine>
            </a:ext>
          </a:extLst>
        </p:spPr>
      </p:pic>
      <p:pic>
        <p:nvPicPr>
          <p:cNvPr id="12291" name="Picture 1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0940" y="3619351"/>
            <a:ext cx="1206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FF0000"/>
                </a:solidFill>
                <a:miter lim="800000"/>
                <a:headEnd/>
                <a:tailEnd type="none" w="lg" len="lg"/>
              </a14:hiddenLine>
            </a:ext>
          </a:extLst>
        </p:spPr>
      </p:pic>
      <p:pic>
        <p:nvPicPr>
          <p:cNvPr id="12292" name="Picture 1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2590" y="3632051"/>
            <a:ext cx="127000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FF0000"/>
                </a:solidFill>
                <a:miter lim="800000"/>
                <a:headEnd/>
                <a:tailEnd type="none" w="lg" len="lg"/>
              </a14:hiddenLine>
            </a:ext>
          </a:extLst>
        </p:spPr>
      </p:pic>
      <p:pic>
        <p:nvPicPr>
          <p:cNvPr id="12293" name="Picture 6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568"/>
          <a:stretch>
            <a:fillRect/>
          </a:stretch>
        </p:blipFill>
        <p:spPr bwMode="auto">
          <a:xfrm>
            <a:off x="7741865" y="3097064"/>
            <a:ext cx="665162" cy="223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FF0000"/>
                </a:solidFill>
                <a:miter lim="800000"/>
                <a:headEnd/>
                <a:tailEnd type="none" w="lg" len="lg"/>
              </a14:hiddenLine>
            </a:ext>
          </a:extLst>
        </p:spPr>
      </p:pic>
      <p:pic>
        <p:nvPicPr>
          <p:cNvPr id="12294" name="Picture 15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4040" y="3838426"/>
            <a:ext cx="514350" cy="239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FF0000"/>
                </a:solidFill>
                <a:miter lim="800000"/>
                <a:headEnd/>
                <a:tailEnd type="none" w="lg" len="lg"/>
              </a14:hiddenLine>
            </a:ext>
          </a:extLst>
        </p:spPr>
      </p:pic>
      <p:sp>
        <p:nvSpPr>
          <p:cNvPr id="12295" name="Oval 1"/>
          <p:cNvSpPr>
            <a:spLocks noChangeAspect="1"/>
          </p:cNvSpPr>
          <p:nvPr/>
        </p:nvSpPr>
        <p:spPr bwMode="auto">
          <a:xfrm>
            <a:off x="5847977" y="2790676"/>
            <a:ext cx="2084388" cy="2082800"/>
          </a:xfrm>
          <a:prstGeom prst="ellipse">
            <a:avLst/>
          </a:prstGeom>
          <a:noFill/>
          <a:ln w="12700" algn="ctr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336699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9AAED2"/>
              </a:buClr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bg2"/>
              </a:buClr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de-DE" sz="1800" b="1"/>
          </a:p>
        </p:txBody>
      </p:sp>
      <p:sp>
        <p:nvSpPr>
          <p:cNvPr id="25" name="Arc 24"/>
          <p:cNvSpPr/>
          <p:nvPr/>
        </p:nvSpPr>
        <p:spPr bwMode="auto">
          <a:xfrm>
            <a:off x="6822702" y="3414564"/>
            <a:ext cx="569913" cy="930275"/>
          </a:xfrm>
          <a:prstGeom prst="arc">
            <a:avLst>
              <a:gd name="adj1" fmla="val 18191012"/>
              <a:gd name="adj2" fmla="val 21131517"/>
            </a:avLst>
          </a:prstGeom>
          <a:noFill/>
          <a:ln w="952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lg" len="lg"/>
          </a:ln>
          <a:effectLst/>
        </p:spPr>
        <p:txBody>
          <a:bodyPr/>
          <a:lstStyle/>
          <a:p>
            <a:pPr>
              <a:defRPr/>
            </a:pPr>
            <a:endParaRPr lang="de-DE" b="1">
              <a:cs typeface="+mn-cs"/>
            </a:endParaRPr>
          </a:p>
        </p:txBody>
      </p:sp>
      <p:cxnSp>
        <p:nvCxnSpPr>
          <p:cNvPr id="12298" name="Straight Connector 48"/>
          <p:cNvCxnSpPr>
            <a:cxnSpLocks noChangeShapeType="1"/>
          </p:cNvCxnSpPr>
          <p:nvPr/>
        </p:nvCxnSpPr>
        <p:spPr bwMode="auto">
          <a:xfrm flipV="1">
            <a:off x="7765677" y="3273276"/>
            <a:ext cx="0" cy="563563"/>
          </a:xfrm>
          <a:prstGeom prst="line">
            <a:avLst/>
          </a:prstGeom>
          <a:noFill/>
          <a:ln w="9525" algn="ctr">
            <a:solidFill>
              <a:schemeClr val="tx1"/>
            </a:solidFill>
            <a:prstDash val="sysDot"/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299" name="Straight Connector 49"/>
          <p:cNvCxnSpPr>
            <a:cxnSpLocks noChangeShapeType="1"/>
          </p:cNvCxnSpPr>
          <p:nvPr/>
        </p:nvCxnSpPr>
        <p:spPr bwMode="auto">
          <a:xfrm flipH="1">
            <a:off x="6889377" y="3274864"/>
            <a:ext cx="87630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prstDash val="sysDot"/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" name="Rectangle 2"/>
          <p:cNvSpPr txBox="1">
            <a:spLocks noChangeArrowheads="1"/>
          </p:cNvSpPr>
          <p:nvPr/>
        </p:nvSpPr>
        <p:spPr bwMode="auto">
          <a:xfrm>
            <a:off x="8078415" y="3830489"/>
            <a:ext cx="454025" cy="341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336699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9AAED2"/>
              </a:buClr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bg2"/>
              </a:buClr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Tx/>
              <a:buNone/>
            </a:pPr>
            <a:r>
              <a:rPr lang="de-DE" altLang="de-DE" sz="1400"/>
              <a:t>Re</a:t>
            </a:r>
          </a:p>
        </p:txBody>
      </p:sp>
      <p:sp>
        <p:nvSpPr>
          <p:cNvPr id="29" name="Rectangle 2"/>
          <p:cNvSpPr txBox="1">
            <a:spLocks noChangeArrowheads="1"/>
          </p:cNvSpPr>
          <p:nvPr/>
        </p:nvSpPr>
        <p:spPr bwMode="auto">
          <a:xfrm>
            <a:off x="6525840" y="2133451"/>
            <a:ext cx="454025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336699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9AAED2"/>
              </a:buClr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bg2"/>
              </a:buClr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Tx/>
              <a:buNone/>
            </a:pPr>
            <a:r>
              <a:rPr lang="de-DE" altLang="de-DE" sz="1400" dirty="0"/>
              <a:t>Im</a:t>
            </a:r>
          </a:p>
        </p:txBody>
      </p:sp>
      <p:cxnSp>
        <p:nvCxnSpPr>
          <p:cNvPr id="12302" name="Straight Arrow Connector 68"/>
          <p:cNvCxnSpPr>
            <a:cxnSpLocks noChangeShapeType="1"/>
          </p:cNvCxnSpPr>
          <p:nvPr/>
        </p:nvCxnSpPr>
        <p:spPr bwMode="auto">
          <a:xfrm flipH="1">
            <a:off x="6900490" y="3273276"/>
            <a:ext cx="854075" cy="557213"/>
          </a:xfrm>
          <a:prstGeom prst="straightConnector1">
            <a:avLst/>
          </a:prstGeom>
          <a:noFill/>
          <a:ln w="25400" algn="ctr">
            <a:solidFill>
              <a:srgbClr val="FF0000"/>
            </a:solidFill>
            <a:round/>
            <a:headEnd type="stealth" w="med" len="med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303" name="Straight Connector 118"/>
          <p:cNvCxnSpPr>
            <a:cxnSpLocks noChangeShapeType="1"/>
          </p:cNvCxnSpPr>
          <p:nvPr/>
        </p:nvCxnSpPr>
        <p:spPr bwMode="auto">
          <a:xfrm flipV="1">
            <a:off x="5743202" y="3832076"/>
            <a:ext cx="2520950" cy="4763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304" name="TextBox 65"/>
          <p:cNvSpPr txBox="1">
            <a:spLocks noChangeArrowheads="1"/>
          </p:cNvSpPr>
          <p:nvPr/>
        </p:nvSpPr>
        <p:spPr bwMode="auto">
          <a:xfrm>
            <a:off x="6644315" y="1666726"/>
            <a:ext cx="46679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rgbClr val="336699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9AAED2"/>
              </a:buClr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bg2"/>
              </a:buClr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de-DE" altLang="de-DE" sz="1800" dirty="0">
                <a:latin typeface="+mj-lt"/>
                <a:cs typeface="Times New Roman" pitchFamily="18" charset="0"/>
              </a:rPr>
              <a:t>(b)</a:t>
            </a:r>
          </a:p>
        </p:txBody>
      </p:sp>
      <p:pic>
        <p:nvPicPr>
          <p:cNvPr id="12305" name="Picture 16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9152" y="3146276"/>
            <a:ext cx="504825" cy="252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FF0000"/>
                </a:solidFill>
                <a:miter lim="800000"/>
                <a:headEnd/>
                <a:tailEnd type="none" w="lg" len="lg"/>
              </a14:hiddenLine>
            </a:ext>
          </a:extLst>
        </p:spPr>
      </p:pic>
      <p:cxnSp>
        <p:nvCxnSpPr>
          <p:cNvPr id="12306" name="Straight Connector 49"/>
          <p:cNvCxnSpPr>
            <a:cxnSpLocks noChangeShapeType="1"/>
          </p:cNvCxnSpPr>
          <p:nvPr/>
        </p:nvCxnSpPr>
        <p:spPr bwMode="auto">
          <a:xfrm flipH="1">
            <a:off x="1958602" y="2503339"/>
            <a:ext cx="2074863" cy="0"/>
          </a:xfrm>
          <a:prstGeom prst="line">
            <a:avLst/>
          </a:prstGeom>
          <a:noFill/>
          <a:ln w="9525" algn="ctr">
            <a:solidFill>
              <a:schemeClr val="tx1"/>
            </a:solidFill>
            <a:prstDash val="sysDot"/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12307" name="Picture 21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1552" y="3832076"/>
            <a:ext cx="152400" cy="20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FF0000"/>
                </a:solidFill>
                <a:miter lim="800000"/>
                <a:headEnd/>
                <a:tailEnd type="none" w="lg" len="lg"/>
              </a14:hiddenLine>
            </a:ext>
          </a:extLst>
        </p:spPr>
      </p:pic>
      <p:pic>
        <p:nvPicPr>
          <p:cNvPr id="12308" name="Picture 10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7755" y="2608761"/>
            <a:ext cx="77787" cy="188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FF0000"/>
                </a:solidFill>
                <a:miter lim="800000"/>
                <a:headEnd/>
                <a:tailEnd type="none" w="lg" len="lg"/>
              </a14:hiddenLine>
            </a:ext>
          </a:extLst>
        </p:spPr>
      </p:pic>
      <p:pic>
        <p:nvPicPr>
          <p:cNvPr id="12309" name="Picture 1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8577" y="3620939"/>
            <a:ext cx="122238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FF0000"/>
                </a:solidFill>
                <a:miter lim="800000"/>
                <a:headEnd/>
                <a:tailEnd type="none" w="lg" len="lg"/>
              </a14:hiddenLine>
            </a:ext>
          </a:extLst>
        </p:spPr>
      </p:pic>
      <p:pic>
        <p:nvPicPr>
          <p:cNvPr id="12310" name="Picture 1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0227" y="3632051"/>
            <a:ext cx="127000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FF0000"/>
                </a:solidFill>
                <a:miter lim="800000"/>
                <a:headEnd/>
                <a:tailEnd type="none" w="lg" len="lg"/>
              </a14:hiddenLine>
            </a:ext>
          </a:extLst>
        </p:spPr>
      </p:pic>
      <p:sp>
        <p:nvSpPr>
          <p:cNvPr id="12311" name="Oval 1"/>
          <p:cNvSpPr>
            <a:spLocks noChangeAspect="1"/>
          </p:cNvSpPr>
          <p:nvPr/>
        </p:nvSpPr>
        <p:spPr bwMode="auto">
          <a:xfrm>
            <a:off x="917202" y="2790676"/>
            <a:ext cx="2084388" cy="2082800"/>
          </a:xfrm>
          <a:prstGeom prst="ellipse">
            <a:avLst/>
          </a:prstGeom>
          <a:noFill/>
          <a:ln w="12700" algn="ctr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336699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9AAED2"/>
              </a:buClr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bg2"/>
              </a:buClr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de-DE" sz="1800" b="1"/>
          </a:p>
        </p:txBody>
      </p:sp>
      <p:cxnSp>
        <p:nvCxnSpPr>
          <p:cNvPr id="12312" name="Straight Connector 13"/>
          <p:cNvCxnSpPr>
            <a:cxnSpLocks noChangeShapeType="1"/>
          </p:cNvCxnSpPr>
          <p:nvPr/>
        </p:nvCxnSpPr>
        <p:spPr bwMode="auto">
          <a:xfrm flipH="1" flipV="1">
            <a:off x="1958602" y="2247751"/>
            <a:ext cx="4763" cy="2765425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6" name="Arc 65"/>
          <p:cNvSpPr/>
          <p:nvPr/>
        </p:nvSpPr>
        <p:spPr bwMode="auto">
          <a:xfrm>
            <a:off x="1891927" y="3414564"/>
            <a:ext cx="569913" cy="930275"/>
          </a:xfrm>
          <a:prstGeom prst="arc">
            <a:avLst>
              <a:gd name="adj1" fmla="val 18191012"/>
              <a:gd name="adj2" fmla="val 21131517"/>
            </a:avLst>
          </a:prstGeom>
          <a:noFill/>
          <a:ln w="952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lg" len="lg"/>
          </a:ln>
          <a:effectLst/>
        </p:spPr>
        <p:txBody>
          <a:bodyPr/>
          <a:lstStyle/>
          <a:p>
            <a:pPr>
              <a:defRPr/>
            </a:pPr>
            <a:endParaRPr lang="de-DE" b="1">
              <a:cs typeface="+mn-cs"/>
            </a:endParaRPr>
          </a:p>
        </p:txBody>
      </p:sp>
      <p:cxnSp>
        <p:nvCxnSpPr>
          <p:cNvPr id="12314" name="Straight Connector 48"/>
          <p:cNvCxnSpPr>
            <a:cxnSpLocks noChangeShapeType="1"/>
          </p:cNvCxnSpPr>
          <p:nvPr/>
        </p:nvCxnSpPr>
        <p:spPr bwMode="auto">
          <a:xfrm flipV="1">
            <a:off x="4066802" y="2523976"/>
            <a:ext cx="0" cy="1306513"/>
          </a:xfrm>
          <a:prstGeom prst="line">
            <a:avLst/>
          </a:prstGeom>
          <a:noFill/>
          <a:ln w="9525" algn="ctr">
            <a:solidFill>
              <a:schemeClr val="tx1"/>
            </a:solidFill>
            <a:prstDash val="sysDot"/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8" name="Rectangle 2"/>
          <p:cNvSpPr txBox="1">
            <a:spLocks noChangeArrowheads="1"/>
          </p:cNvSpPr>
          <p:nvPr/>
        </p:nvSpPr>
        <p:spPr bwMode="auto">
          <a:xfrm>
            <a:off x="4227140" y="3830489"/>
            <a:ext cx="454025" cy="341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336699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9AAED2"/>
              </a:buClr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bg2"/>
              </a:buClr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Tx/>
              <a:buNone/>
            </a:pPr>
            <a:r>
              <a:rPr lang="de-DE" altLang="de-DE" sz="1400" dirty="0"/>
              <a:t>Re</a:t>
            </a:r>
          </a:p>
        </p:txBody>
      </p:sp>
      <p:sp>
        <p:nvSpPr>
          <p:cNvPr id="69" name="Rectangle 2"/>
          <p:cNvSpPr txBox="1">
            <a:spLocks noChangeArrowheads="1"/>
          </p:cNvSpPr>
          <p:nvPr/>
        </p:nvSpPr>
        <p:spPr bwMode="auto">
          <a:xfrm>
            <a:off x="1595065" y="2133451"/>
            <a:ext cx="454025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336699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9AAED2"/>
              </a:buClr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bg2"/>
              </a:buClr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Tx/>
              <a:buNone/>
            </a:pPr>
            <a:r>
              <a:rPr lang="de-DE" altLang="de-DE" sz="1400" dirty="0"/>
              <a:t>Im</a:t>
            </a:r>
          </a:p>
        </p:txBody>
      </p:sp>
      <p:cxnSp>
        <p:nvCxnSpPr>
          <p:cNvPr id="12317" name="Straight Arrow Connector 68"/>
          <p:cNvCxnSpPr>
            <a:cxnSpLocks noChangeShapeType="1"/>
          </p:cNvCxnSpPr>
          <p:nvPr/>
        </p:nvCxnSpPr>
        <p:spPr bwMode="auto">
          <a:xfrm flipH="1">
            <a:off x="1969715" y="2493814"/>
            <a:ext cx="2116137" cy="1336675"/>
          </a:xfrm>
          <a:prstGeom prst="straightConnector1">
            <a:avLst/>
          </a:prstGeom>
          <a:noFill/>
          <a:ln w="25400" algn="ctr">
            <a:solidFill>
              <a:srgbClr val="FF0000"/>
            </a:solidFill>
            <a:round/>
            <a:headEnd type="stealth" w="med" len="med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318" name="Straight Connector 118"/>
          <p:cNvCxnSpPr>
            <a:cxnSpLocks noChangeShapeType="1"/>
          </p:cNvCxnSpPr>
          <p:nvPr/>
        </p:nvCxnSpPr>
        <p:spPr bwMode="auto">
          <a:xfrm flipV="1">
            <a:off x="793377" y="3832076"/>
            <a:ext cx="3600450" cy="4763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12319" name="Picture 22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377" y="2393801"/>
            <a:ext cx="10160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FF0000"/>
                </a:solidFill>
                <a:miter lim="800000"/>
                <a:headEnd/>
                <a:tailEnd type="none" w="lg" len="lg"/>
              </a14:hiddenLine>
            </a:ext>
          </a:extLst>
        </p:spPr>
      </p:pic>
      <p:sp>
        <p:nvSpPr>
          <p:cNvPr id="12320" name="Right Brace 6"/>
          <p:cNvSpPr>
            <a:spLocks/>
          </p:cNvSpPr>
          <p:nvPr/>
        </p:nvSpPr>
        <p:spPr bwMode="auto">
          <a:xfrm rot="3478832" flipH="1">
            <a:off x="2889670" y="1834208"/>
            <a:ext cx="144463" cy="2476500"/>
          </a:xfrm>
          <a:prstGeom prst="rightBrace">
            <a:avLst>
              <a:gd name="adj1" fmla="val 89127"/>
              <a:gd name="adj2" fmla="val 50000"/>
            </a:avLst>
          </a:prstGeom>
          <a:noFill/>
          <a:ln w="9525" algn="ctr">
            <a:solidFill>
              <a:schemeClr val="tx1"/>
            </a:solidFill>
            <a:prstDash val="sysDot"/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336699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9AAED2"/>
              </a:buClr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bg2"/>
              </a:buClr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de-DE" sz="1800"/>
          </a:p>
        </p:txBody>
      </p:sp>
      <p:pic>
        <p:nvPicPr>
          <p:cNvPr id="12321" name="Picture 18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4902" y="2409676"/>
            <a:ext cx="111601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FF0000"/>
                </a:solidFill>
                <a:miter lim="800000"/>
                <a:headEnd/>
                <a:tailEnd type="none" w="lg" len="lg"/>
              </a14:hiddenLine>
            </a:ext>
          </a:extLst>
        </p:spPr>
      </p:pic>
      <p:pic>
        <p:nvPicPr>
          <p:cNvPr id="12322" name="Picture 18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2379"/>
          <a:stretch>
            <a:fillRect/>
          </a:stretch>
        </p:blipFill>
        <p:spPr bwMode="auto">
          <a:xfrm>
            <a:off x="2790452" y="2770039"/>
            <a:ext cx="1968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FF0000"/>
                </a:solidFill>
                <a:miter lim="800000"/>
                <a:headEnd/>
                <a:tailEnd type="none" w="lg" len="lg"/>
              </a14:hiddenLine>
            </a:ext>
          </a:extLst>
        </p:spPr>
      </p:pic>
      <p:cxnSp>
        <p:nvCxnSpPr>
          <p:cNvPr id="12323" name="Straight Connector 159"/>
          <p:cNvCxnSpPr>
            <a:cxnSpLocks noChangeShapeType="1"/>
          </p:cNvCxnSpPr>
          <p:nvPr/>
        </p:nvCxnSpPr>
        <p:spPr bwMode="auto">
          <a:xfrm flipH="1">
            <a:off x="2809502" y="2790676"/>
            <a:ext cx="1588" cy="179388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324" name="Straight Connector 161"/>
          <p:cNvCxnSpPr>
            <a:cxnSpLocks noChangeShapeType="1"/>
          </p:cNvCxnSpPr>
          <p:nvPr/>
        </p:nvCxnSpPr>
        <p:spPr bwMode="auto">
          <a:xfrm flipH="1">
            <a:off x="2958727" y="2787501"/>
            <a:ext cx="1588" cy="180975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325" name="TextBox 65"/>
          <p:cNvSpPr txBox="1">
            <a:spLocks noChangeArrowheads="1"/>
          </p:cNvSpPr>
          <p:nvPr/>
        </p:nvSpPr>
        <p:spPr bwMode="auto">
          <a:xfrm>
            <a:off x="1709658" y="1661964"/>
            <a:ext cx="46679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rgbClr val="336699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9AAED2"/>
              </a:buClr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bg2"/>
              </a:buClr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de-DE" altLang="de-DE" sz="1800" dirty="0">
                <a:latin typeface="+mj-lt"/>
                <a:cs typeface="Times New Roman" pitchFamily="18" charset="0"/>
              </a:rPr>
              <a:t>(a)</a:t>
            </a:r>
          </a:p>
        </p:txBody>
      </p:sp>
      <p:cxnSp>
        <p:nvCxnSpPr>
          <p:cNvPr id="39" name="Straight Connector 13"/>
          <p:cNvCxnSpPr>
            <a:cxnSpLocks noChangeShapeType="1"/>
          </p:cNvCxnSpPr>
          <p:nvPr/>
        </p:nvCxnSpPr>
        <p:spPr bwMode="auto">
          <a:xfrm flipH="1" flipV="1">
            <a:off x="6894012" y="2249254"/>
            <a:ext cx="4763" cy="2765425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2816647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68" grpId="0"/>
      <p:bldP spid="69" grpId="0"/>
    </p:bldLst>
  </p:timing>
</p:sld>
</file>

<file path=ppt/theme/theme1.xml><?xml version="1.0" encoding="utf-8"?>
<a:theme xmlns:a="http://schemas.openxmlformats.org/drawingml/2006/main" name="MPII_Slides (3)">
  <a:themeElements>
    <a:clrScheme name="MPII_Slides (3)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MPII_Slides (3)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25400" cap="flat" cmpd="sng" algn="ctr">
          <a:solidFill>
            <a:srgbClr val="FF0000"/>
          </a:solidFill>
          <a:prstDash val="solid"/>
          <a:round/>
          <a:headEnd type="none" w="med" len="med"/>
          <a:tailEnd type="stealth" w="lg" len="lg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FF0000"/>
          </a:solidFill>
          <a:prstDash val="solid"/>
          <a:round/>
          <a:headEnd type="none" w="med" len="med"/>
          <a:tailEnd type="stealth" w="lg" len="lg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MPII_Slides (3)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PII_Slides (3)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PII_Slides (3)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PII_Slides (3)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PII_Slides (3)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PII_Slides (3)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PII_Slides (3)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PII_Slides (3)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PII_Slides (3)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PII_Slides (3)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PII_Slides (3)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PII_Slides (3)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41</Words>
  <Application>Microsoft Office PowerPoint</Application>
  <PresentationFormat>On-screen Show (4:3)</PresentationFormat>
  <Paragraphs>17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Calibri</vt:lpstr>
      <vt:lpstr>Arial</vt:lpstr>
      <vt:lpstr>ＭＳ Ｐゴシック</vt:lpstr>
      <vt:lpstr>Wingdings</vt:lpstr>
      <vt:lpstr>MPII_Slides (3)</vt:lpstr>
      <vt:lpstr>Custom Design</vt:lpstr>
      <vt:lpstr>PowerPoint Presentation</vt:lpstr>
      <vt:lpstr>PowerPoint Presentation</vt:lpstr>
      <vt:lpstr>PowerPoint Presentation</vt:lpstr>
    </vt:vector>
  </TitlesOfParts>
  <Company>Max-Planck-Institut fuer Informatik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Conny Liegl</dc:creator>
  <cp:lastModifiedBy>Meinard Müller</cp:lastModifiedBy>
  <cp:revision>629</cp:revision>
  <cp:lastPrinted>2015-06-04T17:28:05Z</cp:lastPrinted>
  <dcterms:created xsi:type="dcterms:W3CDTF">2008-01-30T12:16:22Z</dcterms:created>
  <dcterms:modified xsi:type="dcterms:W3CDTF">2026-09-03T11:40:17Z</dcterms:modified>
</cp:coreProperties>
</file>